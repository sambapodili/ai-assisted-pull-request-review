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Code Review Coverage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95097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(2021) — mapped to the agents in Code Analysis &amp; Review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589520" y="1024128"/>
            <a:ext cx="137160" cy="137160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961120" y="1024128"/>
            <a:ext cx="137160" cy="137160"/>
          </a:xfrm>
          <a:prstGeom prst="ellipse">
            <a:avLst/>
          </a:prstGeom>
          <a:solidFill>
            <a:srgbClr val="B5650D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104120" y="1024128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9509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1481328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" y="164592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" y="16459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91056" y="1591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541264" y="1645920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1591056" y="189280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Taint Analysis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14016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" y="257860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" y="257860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91056" y="2523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Failures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541264" y="2578608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1" name="Text 19"/>
          <p:cNvSpPr/>
          <p:nvPr/>
        </p:nvSpPr>
        <p:spPr>
          <a:xfrm>
            <a:off x="1591056" y="28254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Data Privacy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346704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24" name="Text 22"/>
          <p:cNvSpPr/>
          <p:nvPr/>
        </p:nvSpPr>
        <p:spPr>
          <a:xfrm>
            <a:off x="694944" y="351129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591056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5541264" y="3511296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27" name="Text 25"/>
          <p:cNvSpPr/>
          <p:nvPr/>
        </p:nvSpPr>
        <p:spPr>
          <a:xfrm>
            <a:off x="1591056" y="37581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(source→sink) · Security 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279392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444398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30" name="Text 28"/>
          <p:cNvSpPr/>
          <p:nvPr/>
        </p:nvSpPr>
        <p:spPr>
          <a:xfrm>
            <a:off x="694944" y="4443984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91056" y="4389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Design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541264" y="4443984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1591056" y="469087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AST Analysis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212080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4944" y="537667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" y="53766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A05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1591056" y="5321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Misconfiguration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541264" y="5376672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39" name="Text 37"/>
          <p:cNvSpPr/>
          <p:nvPr/>
        </p:nvSpPr>
        <p:spPr>
          <a:xfrm>
            <a:off x="1591056" y="56235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 Scan · Secrets / Entropy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7648" y="1481328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1645920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42" name="Text 40"/>
          <p:cNvSpPr/>
          <p:nvPr/>
        </p:nvSpPr>
        <p:spPr>
          <a:xfrm>
            <a:off x="6473952" y="1645920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A06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370064" y="159105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Vulnerable &amp; Outdated Components</a:t>
            </a:r>
            <a:endParaRPr lang="en-US" sz="1450" dirty="0"/>
          </a:p>
        </p:txBody>
      </p:sp>
      <p:sp>
        <p:nvSpPr>
          <p:cNvPr id="44" name="Shape 42"/>
          <p:cNvSpPr/>
          <p:nvPr/>
        </p:nvSpPr>
        <p:spPr>
          <a:xfrm>
            <a:off x="11320272" y="1645920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70064" y="189280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SCA (OSV CVE) · License Compliance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327648" y="2414016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73952" y="2578608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48" name="Text 46"/>
          <p:cNvSpPr/>
          <p:nvPr/>
        </p:nvSpPr>
        <p:spPr>
          <a:xfrm>
            <a:off x="6473952" y="2578608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A07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370064" y="2523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&amp; Auth Failures</a:t>
            </a:r>
            <a:endParaRPr lang="en-US" sz="1450" dirty="0"/>
          </a:p>
        </p:txBody>
      </p:sp>
      <p:sp>
        <p:nvSpPr>
          <p:cNvPr id="50" name="Shape 48"/>
          <p:cNvSpPr/>
          <p:nvPr/>
        </p:nvSpPr>
        <p:spPr>
          <a:xfrm>
            <a:off x="11320272" y="2578608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51" name="Text 49"/>
          <p:cNvSpPr/>
          <p:nvPr/>
        </p:nvSpPr>
        <p:spPr>
          <a:xfrm>
            <a:off x="7370064" y="2825496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Review · Secrets / Entropy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327648" y="3346704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73952" y="3511296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54" name="Text 52"/>
          <p:cNvSpPr/>
          <p:nvPr/>
        </p:nvSpPr>
        <p:spPr>
          <a:xfrm>
            <a:off x="6473952" y="3511296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A08</a:t>
            </a:r>
            <a:endParaRPr lang="en-US" sz="1500" dirty="0"/>
          </a:p>
        </p:txBody>
      </p:sp>
      <p:sp>
        <p:nvSpPr>
          <p:cNvPr id="55" name="Text 53"/>
          <p:cNvSpPr/>
          <p:nvPr/>
        </p:nvSpPr>
        <p:spPr>
          <a:xfrm>
            <a:off x="7370064" y="34564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Data Integrity Failures</a:t>
            </a:r>
            <a:endParaRPr lang="en-US" sz="1450" dirty="0"/>
          </a:p>
        </p:txBody>
      </p:sp>
      <p:sp>
        <p:nvSpPr>
          <p:cNvPr id="56" name="Shape 54"/>
          <p:cNvSpPr/>
          <p:nvPr/>
        </p:nvSpPr>
        <p:spPr>
          <a:xfrm>
            <a:off x="11320272" y="3511296"/>
            <a:ext cx="146304" cy="14630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7" name="Text 55"/>
          <p:cNvSpPr/>
          <p:nvPr/>
        </p:nvSpPr>
        <p:spPr>
          <a:xfrm>
            <a:off x="7370064" y="3758184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Change · Dependency · Interface / API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6327648" y="4279392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473952" y="4443984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60" name="Text 58"/>
          <p:cNvSpPr/>
          <p:nvPr/>
        </p:nvSpPr>
        <p:spPr>
          <a:xfrm>
            <a:off x="6473952" y="4443984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A09</a:t>
            </a:r>
            <a:endParaRPr lang="en-US" sz="1500" dirty="0"/>
          </a:p>
        </p:txBody>
      </p:sp>
      <p:sp>
        <p:nvSpPr>
          <p:cNvPr id="61" name="Text 59"/>
          <p:cNvSpPr/>
          <p:nvPr/>
        </p:nvSpPr>
        <p:spPr>
          <a:xfrm>
            <a:off x="7370064" y="4389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 Failures</a:t>
            </a:r>
            <a:endParaRPr lang="en-US" sz="1450" dirty="0"/>
          </a:p>
        </p:txBody>
      </p:sp>
      <p:sp>
        <p:nvSpPr>
          <p:cNvPr id="62" name="Shape 60"/>
          <p:cNvSpPr/>
          <p:nvPr/>
        </p:nvSpPr>
        <p:spPr>
          <a:xfrm>
            <a:off x="11320272" y="4443984"/>
            <a:ext cx="146304" cy="146304"/>
          </a:xfrm>
          <a:prstGeom prst="ellipse">
            <a:avLst/>
          </a:prstGeom>
          <a:solidFill>
            <a:srgbClr val="B5650D"/>
          </a:solidFill>
          <a:ln/>
        </p:spPr>
      </p:sp>
      <p:sp>
        <p:nvSpPr>
          <p:cNvPr id="63" name="Text 61"/>
          <p:cNvSpPr/>
          <p:nvPr/>
        </p:nvSpPr>
        <p:spPr>
          <a:xfrm>
            <a:off x="7370064" y="469087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6327648" y="5212080"/>
            <a:ext cx="5321808" cy="786384"/>
          </a:xfrm>
          <a:prstGeom prst="roundRect">
            <a:avLst>
              <a:gd name="adj" fmla="val 9302"/>
            </a:avLst>
          </a:prstGeom>
          <a:solidFill>
            <a:srgbClr val="F7F9FC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73952" y="5376672"/>
            <a:ext cx="768096" cy="457200"/>
          </a:xfrm>
          <a:prstGeom prst="roundRect">
            <a:avLst>
              <a:gd name="adj" fmla="val 16000"/>
            </a:avLst>
          </a:prstGeom>
          <a:solidFill>
            <a:srgbClr val="C8102E"/>
          </a:solidFill>
          <a:ln/>
        </p:spPr>
      </p:sp>
      <p:sp>
        <p:nvSpPr>
          <p:cNvPr id="66" name="Text 64"/>
          <p:cNvSpPr/>
          <p:nvPr/>
        </p:nvSpPr>
        <p:spPr>
          <a:xfrm>
            <a:off x="6473952" y="5376672"/>
            <a:ext cx="768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A10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7370064" y="532180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Request Forgery (SSRF)</a:t>
            </a:r>
            <a:endParaRPr lang="en-US" sz="1450" dirty="0"/>
          </a:p>
        </p:txBody>
      </p:sp>
      <p:sp>
        <p:nvSpPr>
          <p:cNvPr id="68" name="Shape 66"/>
          <p:cNvSpPr/>
          <p:nvPr/>
        </p:nvSpPr>
        <p:spPr>
          <a:xfrm>
            <a:off x="11320272" y="5376672"/>
            <a:ext cx="146304" cy="146304"/>
          </a:xfrm>
          <a:prstGeom prst="ellipse">
            <a:avLst/>
          </a:prstGeom>
          <a:solidFill>
            <a:srgbClr val="0E7C5A"/>
          </a:solidFill>
          <a:ln/>
        </p:spPr>
      </p:sp>
      <p:sp>
        <p:nvSpPr>
          <p:cNvPr id="69" name="Text 67"/>
          <p:cNvSpPr/>
          <p:nvPr/>
        </p:nvSpPr>
        <p:spPr>
          <a:xfrm>
            <a:off x="7370064" y="56235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 </a:t>
            </a:r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Taint Analysis · Security Review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48640" y="6272784"/>
            <a:ext cx="11091672" cy="457200"/>
          </a:xfrm>
          <a:prstGeom prst="roundRect">
            <a:avLst>
              <a:gd name="adj" fmla="val 16000"/>
            </a:avLst>
          </a:prstGeom>
          <a:solidFill>
            <a:srgbClr val="EAF0FB"/>
          </a:solidFill>
          <a:ln/>
        </p:spPr>
      </p:sp>
      <p:sp>
        <p:nvSpPr>
          <p:cNvPr id="71" name="Text 69"/>
          <p:cNvSpPr/>
          <p:nvPr/>
        </p:nvSpPr>
        <p:spPr>
          <a:xfrm>
            <a:off x="731520" y="62727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security — 12+ engineering reviews:  </a:t>
            </a:r>
            <a:pPr indent="0" marL="0">
              <a:buNone/>
            </a:pPr>
            <a:r>
              <a:rPr lang="en-US" sz="10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Impact · Test Coverage · QA Scenarios · Reference &amp; Cross-Repo Impact · Maintainability · Temporal Risk · FSD Validation · Risk Assessment → enforced Gate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2026-06-23T09:26:11Z</dcterms:created>
  <dcterms:modified xsi:type="dcterms:W3CDTF">2026-06-23T09:26:11Z</dcterms:modified>
</cp:coreProperties>
</file>