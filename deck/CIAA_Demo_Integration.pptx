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594360"/>
            <a:ext cx="137160" cy="137160"/>
          </a:xfrm>
          <a:prstGeom prst="ellipse">
            <a:avLst/>
          </a:prstGeom>
          <a:solidFill>
            <a:srgbClr val="2DD4B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94360"/>
            <a:ext cx="137160" cy="137160"/>
          </a:xfrm>
          <a:prstGeom prst="ellipse">
            <a:avLst/>
          </a:prstGeom>
          <a:solidFill>
            <a:srgbClr val="2DD4BF">
              <a:alpha val="6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594360"/>
            <a:ext cx="137160" cy="137160"/>
          </a:xfrm>
          <a:prstGeom prst="ellipse">
            <a:avLst/>
          </a:prstGeom>
          <a:solidFill>
            <a:srgbClr val="2DD4BF">
              <a:alpha val="5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84080" y="1143000"/>
            <a:ext cx="137160" cy="137160"/>
          </a:xfrm>
          <a:prstGeom prst="ellipse">
            <a:avLst/>
          </a:prstGeom>
          <a:solidFill>
            <a:srgbClr val="2DD4BF">
              <a:alpha val="4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1143000"/>
            <a:ext cx="137160" cy="137160"/>
          </a:xfrm>
          <a:prstGeom prst="ellipse">
            <a:avLst/>
          </a:prstGeom>
          <a:solidFill>
            <a:srgbClr val="2DD4BF">
              <a:alpha val="3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1143000"/>
            <a:ext cx="137160" cy="137160"/>
          </a:xfrm>
          <a:prstGeom prst="ellipse">
            <a:avLst/>
          </a:prstGeom>
          <a:solidFill>
            <a:srgbClr val="2DD4BF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17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CIAA in action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pull request from Bitbucket, analysed end-to-end — live.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520440"/>
            <a:ext cx="3454298" cy="1170432"/>
          </a:xfrm>
          <a:prstGeom prst="roundRect">
            <a:avLst>
              <a:gd name="adj" fmla="val 7031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721608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10" y="3849990"/>
            <a:ext cx="218724" cy="2187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99032" y="3685032"/>
            <a:ext cx="2539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Connect &amp; pick a PR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399032" y="4023360"/>
            <a:ext cx="2494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Server repo, live pull request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68698" y="3520440"/>
            <a:ext cx="3454298" cy="1170432"/>
          </a:xfrm>
          <a:prstGeom prst="roundRect">
            <a:avLst>
              <a:gd name="adj" fmla="val 7031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69866" y="3721608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48" y="3849990"/>
            <a:ext cx="218724" cy="2187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73370" y="3685032"/>
            <a:ext cx="2539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20+ agents run in parallel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5173370" y="4023360"/>
            <a:ext cx="2494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live pipeline &amp; timings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43037" y="3520440"/>
            <a:ext cx="3454298" cy="1170432"/>
          </a:xfrm>
          <a:prstGeom prst="roundRect">
            <a:avLst>
              <a:gd name="adj" fmla="val 7031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344205" y="3721608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587" y="3849990"/>
            <a:ext cx="218724" cy="2187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947709" y="3685032"/>
            <a:ext cx="2539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Gate + Top Issues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8947709" y="4023360"/>
            <a:ext cx="2494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HOLD / BLOCK with ranked, corroborated findings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94360" y="4919472"/>
            <a:ext cx="3454298" cy="1170432"/>
          </a:xfrm>
          <a:prstGeom prst="roundRect">
            <a:avLst>
              <a:gd name="adj" fmla="val 7031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95528" y="512064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10" y="5249022"/>
            <a:ext cx="218724" cy="21872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99032" y="5084064"/>
            <a:ext cx="2539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FSD validation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1399032" y="5422392"/>
            <a:ext cx="2494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checked against the functional spec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368698" y="4919472"/>
            <a:ext cx="3454298" cy="1170432"/>
          </a:xfrm>
          <a:prstGeom prst="roundRect">
            <a:avLst>
              <a:gd name="adj" fmla="val 7031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569866" y="512064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248" y="5249022"/>
            <a:ext cx="218724" cy="2187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173370" y="5084064"/>
            <a:ext cx="2539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 Impact &amp; blast radius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5173370" y="5422392"/>
            <a:ext cx="2494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repos, breaking changes, call graph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8143037" y="4919472"/>
            <a:ext cx="3454298" cy="1170432"/>
          </a:xfrm>
          <a:prstGeom prst="roundRect">
            <a:avLst>
              <a:gd name="adj" fmla="val 7031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344205" y="512064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587" y="5249022"/>
            <a:ext cx="218724" cy="21872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947709" y="5084064"/>
            <a:ext cx="2539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 Post to PR</a:t>
            </a:r>
            <a:endParaRPr lang="en-US" sz="1350" dirty="0"/>
          </a:p>
        </p:txBody>
      </p:sp>
      <p:sp>
        <p:nvSpPr>
          <p:cNvPr id="41" name="Text 33"/>
          <p:cNvSpPr/>
          <p:nvPr/>
        </p:nvSpPr>
        <p:spPr>
          <a:xfrm>
            <a:off x="8947709" y="5422392"/>
            <a:ext cx="2494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lands back on the pull request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594360" y="62636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our own infrastructure with our self-hosted LLM — no code leaves the bank.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·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Integrating CIAA into our existing portal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already authenticates users via LDAP — CIAA plugs in behind it. Two workstreams: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295748" cy="4297680"/>
          </a:xfrm>
          <a:prstGeom prst="roundRect">
            <a:avLst>
              <a:gd name="adj" fmla="val 2128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5295748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2029968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49" y="2168225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029968"/>
            <a:ext cx="41984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integration (LDAP SSO)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2743200"/>
            <a:ext cx="310896" cy="310896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307592" y="2724912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portal's LDAP session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307592" y="2999232"/>
            <a:ext cx="43356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issues a signed token (JWT / header) after LDAP login; a CIAA auth adapter validates it — no second login, no separate user store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3584448"/>
            <a:ext cx="310896" cy="310896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07592" y="3566160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LDAP groups → CIAA roles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307592" y="3840480"/>
            <a:ext cx="43356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groups map onto CIAA's existing RBAC registry (developer / reviewer / admin) to control gate overrides and admin functions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8680" y="4425696"/>
            <a:ext cx="310896" cy="310896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307592" y="4407408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CIAA UI in the portal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307592" y="4681728"/>
            <a:ext cx="43356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the dashboard as a portal route or iframe with the SSO handoff; CORS is already configurable (CORS_ORIGINS)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68680" y="5266944"/>
            <a:ext cx="310896" cy="310896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07592" y="5248656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↔ CIAA REST API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307592" y="5522976"/>
            <a:ext cx="43356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triggers analyses and pulls report summaries via the documented REST API using a scoped service-account key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301588" y="1783080"/>
            <a:ext cx="5295748" cy="4297680"/>
          </a:xfrm>
          <a:prstGeom prst="roundRect">
            <a:avLst>
              <a:gd name="adj" fmla="val 2128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1588" y="1783080"/>
            <a:ext cx="5295748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Shape 21"/>
          <p:cNvSpPr/>
          <p:nvPr/>
        </p:nvSpPr>
        <p:spPr>
          <a:xfrm>
            <a:off x="6557620" y="202996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877" y="2168225"/>
            <a:ext cx="235549" cy="235549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215988" y="2029968"/>
            <a:ext cx="41984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27" name="Text 23"/>
          <p:cNvSpPr/>
          <p:nvPr/>
        </p:nvSpPr>
        <p:spPr>
          <a:xfrm>
            <a:off x="6575908" y="274320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014820" y="2724912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alongside the portal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7014820" y="2999232"/>
            <a:ext cx="43356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UI behind the existing nginx / OpenShift — manifests, systemd units and nginx configs already ship in the repo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575908" y="3584448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014820" y="3566160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environment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7014820" y="3840480"/>
            <a:ext cx="43356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LLM endpoint, Bitbucket Server credentials, repo mirror (REPOS_ROOT) and gate thresholds via .env / ConfigMap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575908" y="4425696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014820" y="4407408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hardening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7014820" y="4681728"/>
            <a:ext cx="43356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 the platform secret store (no keys on disk), API-key auth between portal and CIAA, audit log shipped to SIEM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6575908" y="5266944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7014820" y="5248656"/>
            <a:ext cx="4335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rollout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7014820" y="5522976"/>
            <a:ext cx="43356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team's repos + webhook auto-run on PRs; expand org-wide once the gate earns trust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594360" y="626364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place: </a:t>
            </a:r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registry · configurable CORS · nginx + OpenShift deployment configs · REST API with API-key auth · HMAC webhooks — the integration builds on shipped foundations.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CIAA — Demo &amp; Portal Integration</dc:title>
  <dc:subject>PptxGenJS Presentation</dc:subject>
  <dc:creator>CIAA</dc:creator>
  <cp:lastModifiedBy>CIAA</cp:lastModifiedBy>
  <cp:revision>1</cp:revision>
  <dcterms:created xsi:type="dcterms:W3CDTF">2026-06-12T09:15:19Z</dcterms:created>
  <dcterms:modified xsi:type="dcterms:W3CDTF">2026-06-12T09:15:19Z</dcterms:modified>
</cp:coreProperties>
</file>