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C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" y="868680"/>
            <a:ext cx="100584" cy="640080"/>
          </a:xfrm>
          <a:prstGeom prst="roundRect">
            <a:avLst>
              <a:gd name="adj" fmla="val 18182"/>
            </a:avLst>
          </a:prstGeom>
          <a:solidFill>
            <a:srgbClr val="E4002B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777240"/>
            <a:ext cx="100584" cy="731520"/>
          </a:xfrm>
          <a:prstGeom prst="roundRect">
            <a:avLst>
              <a:gd name="adj" fmla="val 18182"/>
            </a:avLst>
          </a:prstGeom>
          <a:solidFill>
            <a:srgbClr val="E4002B"/>
          </a:solidFill>
          <a:ln/>
        </p:spPr>
      </p:sp>
      <p:sp>
        <p:nvSpPr>
          <p:cNvPr id="4" name="Shape 2"/>
          <p:cNvSpPr/>
          <p:nvPr/>
        </p:nvSpPr>
        <p:spPr>
          <a:xfrm>
            <a:off x="1344168" y="868680"/>
            <a:ext cx="100584" cy="640080"/>
          </a:xfrm>
          <a:prstGeom prst="roundRect">
            <a:avLst>
              <a:gd name="adj" fmla="val 18182"/>
            </a:avLst>
          </a:prstGeom>
          <a:solidFill>
            <a:srgbClr val="E4002B"/>
          </a:solidFill>
          <a:ln/>
        </p:spPr>
      </p:sp>
      <p:sp>
        <p:nvSpPr>
          <p:cNvPr id="5" name="Shape 3"/>
          <p:cNvSpPr/>
          <p:nvPr/>
        </p:nvSpPr>
        <p:spPr>
          <a:xfrm>
            <a:off x="1545336" y="800100"/>
            <a:ext cx="100584" cy="708660"/>
          </a:xfrm>
          <a:prstGeom prst="roundRect">
            <a:avLst>
              <a:gd name="adj" fmla="val 18182"/>
            </a:avLst>
          </a:prstGeom>
          <a:solidFill>
            <a:srgbClr val="E4002B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1024128"/>
            <a:ext cx="804672" cy="100584"/>
          </a:xfrm>
          <a:prstGeom prst="roundRect">
            <a:avLst>
              <a:gd name="adj" fmla="val 18182"/>
            </a:avLst>
          </a:prstGeom>
          <a:solidFill>
            <a:srgbClr val="E4002B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UOB  ·  Group Technology &amp; Operations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Tooling Update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41248" y="3200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Analysis &amp; Review   ·   Code Assistant   ·   Jira Workflow (OSM)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68680" y="4023360"/>
            <a:ext cx="502920" cy="64008"/>
          </a:xfrm>
          <a:prstGeom prst="rect">
            <a:avLst/>
          </a:prstGeom>
          <a:solidFill>
            <a:srgbClr val="E4002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ANALYSIS &amp;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we're solving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 — why Code Analysis &amp; Review matters for every team.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94960" cy="4160520"/>
          </a:xfrm>
          <a:prstGeom prst="roundRect">
            <a:avLst>
              <a:gd name="adj" fmla="val 2637"/>
            </a:avLst>
          </a:prstGeom>
          <a:solidFill>
            <a:srgbClr val="F2F5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77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484632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reviews are manual, slow and inconsistent.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Bugs, security gaps and breaking changes can slip through.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spend hours per pull request.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depends on who happens to review.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developers wait on busy reviewers for feedback.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148840"/>
            <a:ext cx="5303520" cy="4160520"/>
          </a:xfrm>
          <a:prstGeom prst="roundRect">
            <a:avLst>
              <a:gd name="adj" fmla="val 2637"/>
            </a:avLst>
          </a:prstGeom>
          <a:solidFill>
            <a:srgbClr val="122C6E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377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Code Analysis &amp; Review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971800"/>
            <a:ext cx="47548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reviewed automatically, in minutes.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security, breaking changes, schema/data risk &amp; test gaps.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decision: Approve / Hold / Block.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for everyone — not reviewer-dependent.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feedback, so teams ship faster and safer.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 &amp; what's next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9050">
            <a:solidFill>
              <a:srgbClr val="D8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118872" cy="4480560"/>
          </a:xfrm>
          <a:prstGeom prst="rect">
            <a:avLst/>
          </a:prstGeom>
          <a:solidFill>
            <a:srgbClr val="1B3A8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830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Workflow Adoption — OSM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468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Aldon-free deployment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347472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E4F2E8"/>
          </a:solidFill>
          <a:ln w="12700">
            <a:solidFill>
              <a:srgbClr val="1E7D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4747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23160" y="347472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E4F2E8"/>
          </a:solidFill>
          <a:ln w="12700">
            <a:solidFill>
              <a:srgbClr val="1E7D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34747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UAT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86200" y="347472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FFF3D6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34747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4160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— planning for implementation.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48463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FDS application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onboarding starts by end of July.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17920" y="155448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9050">
            <a:solidFill>
              <a:srgbClr val="D8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554480"/>
            <a:ext cx="118872" cy="448056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7830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Assistant — Adoption &amp; Enablement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37960" y="256032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upgraded to Llama Maverick — effort gains will increase.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initial setup so users can start using it right away.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Continuing to explore new models.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Assistant &amp; Jira Workflow — Update</dc:title>
  <dc:subject>PptxGenJS Presentation</dc:subject>
  <dc:creator>UOB</dc:creator>
  <cp:lastModifiedBy>UOB</cp:lastModifiedBy>
  <cp:revision>1</cp:revision>
  <dcterms:created xsi:type="dcterms:W3CDTF">2026-06-21T11:14:17Z</dcterms:created>
  <dcterms:modified xsi:type="dcterms:W3CDTF">2026-06-21T11:14:17Z</dcterms:modified>
</cp:coreProperties>
</file>