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Vulnerability Coverage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checks enforced on every pull request — Code Analysis &amp; Review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72491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tagged to an OWASP category. 6/10 rule-based (injection, crypto, misconfig, components, auth, SSRF); rest LLM-assisted.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3273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Taint · IaC · SCA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7393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CWE-classified findings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72491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mapped to its CWE id — injection, auth &amp; crypto weaknesses.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53712" y="3273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7393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7393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SCA (OSV)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272491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CVEs in dependencies via OSV · CVSS severity · GHSA/CVE ids. Maven · NuGet · PyPI · npm.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39328" y="3273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02336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0233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Credentials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" y="49743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keys/tokens via Shannon entropy + known key prefixes.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" y="55229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/ Entropy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02336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0233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5371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&amp; SSRF (Taint)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53712" y="49743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traced source→sink: SQLi, XSS, path traversal, SSRF.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53712" y="55229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19872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402336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0233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39328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39328" y="49743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Kubernetes / Docker misconfig — public buckets, wildcard IAM, privileged containers.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39328" y="55229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security findings, confirmed secrets and known CVEs BLOCK the merge gate — rule-based, not advisory.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Data Protection &amp; Governance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policy controls enforced alongside the security suite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72491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/ payment data handled or logged without protection.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3273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pPr indent="0" marL="0">
              <a:buNone/>
            </a:pPr>
            <a:r>
              <a:rPr lang="en-US" sz="950" b="1" dirty="0">
                <a:solidFill>
                  <a:srgbClr val="B56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HOLD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7393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72491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personal data — unencrypted PII storage or transmission.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53712" y="3273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pPr indent="0" marL="0">
              <a:buNone/>
            </a:pPr>
            <a:r>
              <a:rPr lang="en-US" sz="950" b="1" dirty="0">
                <a:solidFill>
                  <a:srgbClr val="B56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HOLD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7393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7393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272491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(SG / MY) personal-data protection for PII handling.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39328" y="3273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pPr indent="0" marL="0">
              <a:buNone/>
            </a:pPr>
            <a:r>
              <a:rPr lang="en-US" sz="950" b="1" dirty="0">
                <a:solidFill>
                  <a:srgbClr val="B56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HOLD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02336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0233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License Compliance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" y="49743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Copyleft (GPL / LGPL / AGPL / MPL) vs permissive (MIT / Apache / BSD); SPDX ids. Copyleft introduction blocks.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" y="55229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Compliance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02336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0233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5371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/ Migration Safety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53712" y="49743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&amp; irreversible DB changes — Flyway / Liquibase / .sql.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53712" y="55229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Gate: BLOCK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19872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402336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0233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39328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39328" y="49743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gate (BLOCK / HOLD), role-based access, full audit log, ELK usage telemetry.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39328" y="55229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Policy · RBAC</a:t>
            </a:r>
            <a:pPr indent="0" marL="0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Data-protection breaches hold the gate; copyleft and destructive migrations block it — every decision is logged and auditable.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2026-06-23T09:26:11Z</dcterms:created>
  <dcterms:modified xsi:type="dcterms:W3CDTF">2026-06-23T09:26:11Z</dcterms:modified>
</cp:coreProperties>
</file>