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Safety Controls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the framework safe to trust in a regulated, air-gapped bank network — the LLM advises, the rules decide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73936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7393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 override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2706624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 force BLOCK/HOLD regardless of the model — secrets, known CVEs, confirmed-critical &amp; taint can't be approved away. Policy only raises the gate, never lowers it.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768096" y="32918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governance/gate_policy.py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34256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773936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77393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3712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controls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53712" y="2706624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verified, in-diff, confirmed findings gate the merge. Unverified (cite a file not in the diff), phantom &amp; speculative findings are display-only, never blockers.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553712" y="32918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_has_content · confidence weighting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19872" y="1554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1773936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177393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39328" y="235915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LLM degradation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39328" y="2706624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regex SAST fallback if the model is down; JSON &amp; reasoning-model recovery so agents never silently fail; retries with back-off, per-agent token budgets, bounded concurrency.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8339328" y="32918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base_agent · llm_client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" y="4023360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402336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68096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audit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8096" y="4956048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only reviewers override the gate or post to a PR. Every decision &amp; override logged to the audit trail; super-admin-gated settings; ELK usage telemetry.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68096" y="55412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governance/rbac.py · audit log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34256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53712" y="4023360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402336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53712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supply-chain hygiene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53712" y="4956048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stay server-side (Bearer header, never in the URL). Secrets / CVEs / copyleft block the gate. Corporate-CA TLS to OSV &amp; Artifactory; no external CDNs (fully air-gapped).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4553712" y="55412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env keys · CA bundle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19872" y="3803904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39328" y="4023360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1B2A5E"/>
          </a:solidFill>
          <a:ln/>
        </p:spPr>
      </p:sp>
      <p:sp>
        <p:nvSpPr>
          <p:cNvPr id="36" name="Text 34"/>
          <p:cNvSpPr/>
          <p:nvPr/>
        </p:nvSpPr>
        <p:spPr>
          <a:xfrm>
            <a:off x="8339328" y="402336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339328" y="460857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failure modes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39328" y="4956048"/>
            <a:ext cx="3081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OSV-unreachable is surfaced — never a silent 'no vulnerabilities'. Full deep-scan coverage, no silent file skipping. The enforced gate is frozen/persisted so it can't drift on reload.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8339328" y="55412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OsvUnavailable · gate persistence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6144768"/>
            <a:ext cx="11091672" cy="438912"/>
          </a:xfrm>
          <a:prstGeom prst="roundRect">
            <a:avLst>
              <a:gd name="adj" fmla="val 16667"/>
            </a:avLst>
          </a:prstGeom>
          <a:solidFill>
            <a:srgbClr val="EAF0FB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61447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 </a:t>
            </a:r>
            <a:pPr indent="0" marL="0">
              <a:buNone/>
            </a:pPr>
            <a:r>
              <a:rPr lang="en-US" sz="10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proposes, deterministic rules dispose — no single LLM call can approve a PR that carries a secret, a known CVE, or a confirmed critical defect.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2026-06-24T03:13:32Z</dcterms:created>
  <dcterms:modified xsi:type="dcterms:W3CDTF">2026-06-24T03:13:32Z</dcterms:modified>
</cp:coreProperties>
</file>