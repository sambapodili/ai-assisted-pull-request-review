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Vulnerability Coverage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checks enforced on every pull request — Code Analysis &amp;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73936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739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tagged to an OWASP category. 6/10 rule-based (injection, crypto, misconfig, components, auth, SSRF); rest LLM-assisted.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68096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Taint · IaC · SCA   ·   BLOCK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34256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73936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739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3712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CWE-classified findings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53712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mapped to its CWE id — injection, auth &amp; crypto weaknesses.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553712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  ·   BLOCK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9872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773936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7739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9328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/ SCA (OSV)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39328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CVEs in dependencies via OSV · CVSS severity · GHSA/CVE ids. Maven · NuGet · PyPI · npm.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8339328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   ·   BLOCK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402336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Credentials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8096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keys/tokens via Shannon entropy + known key prefixes.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68096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/ Entropy   ·   BLOCK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34256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402336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53712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&amp; SSRF (Taint)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53712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traced source→sink: SQLi, XSS, path traversal, SSRF.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4553712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  ·   BLOCK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19872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9328" y="402336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328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39328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339328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Kubernetes / Docker misconfig — public buckets, wildcard IAM, privileged containers.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8339328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   ·   BLOCK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security findings, confirmed secrets and known CVEs BLOCK the merge gate — rule-based, not advisory.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— Detection Depth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category is detected — rule-based, heuristic, or LLM-assisted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89520" y="1024128"/>
            <a:ext cx="137160" cy="13716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961120" y="1024128"/>
            <a:ext cx="137160" cy="137160"/>
          </a:xfrm>
          <a:prstGeom prst="ellipse">
            <a:avLst/>
          </a:prstGeom>
          <a:solidFill>
            <a:srgbClr val="B5650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104120" y="1024128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481328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645920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6459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1056" y="1591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541264" y="164592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591056" y="189280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· Taint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14016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2578608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2578608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91056" y="2523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41264" y="2578608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9"/>
          <p:cNvSpPr/>
          <p:nvPr/>
        </p:nvSpPr>
        <p:spPr>
          <a:xfrm>
            <a:off x="1591056" y="2825496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· Data Privacy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" y="3511296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511296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91056" y="3456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541264" y="3511296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7" name="Text 25"/>
          <p:cNvSpPr/>
          <p:nvPr/>
        </p:nvSpPr>
        <p:spPr>
          <a:xfrm>
            <a:off x="1591056" y="3758184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(source→sink) · Security Review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79392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" y="4443984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4443984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91056" y="4389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5541264" y="444398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1591056" y="4690872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· AST 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" y="5376672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5376672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91056" y="53218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5541264" y="5376672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9" name="Text 37"/>
          <p:cNvSpPr/>
          <p:nvPr/>
        </p:nvSpPr>
        <p:spPr>
          <a:xfrm>
            <a:off x="1591056" y="5623560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 · Secrets / Entropy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27648" y="1481328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73952" y="1645920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42" name="Text 40"/>
          <p:cNvSpPr/>
          <p:nvPr/>
        </p:nvSpPr>
        <p:spPr>
          <a:xfrm>
            <a:off x="6473952" y="16459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370064" y="1591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&amp; Outdated Components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11320272" y="1645920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45" name="Text 43"/>
          <p:cNvSpPr/>
          <p:nvPr/>
        </p:nvSpPr>
        <p:spPr>
          <a:xfrm>
            <a:off x="7370064" y="189280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 (OSV CVE) · License Compliance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27648" y="2414016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73952" y="2578608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48" name="Text 46"/>
          <p:cNvSpPr/>
          <p:nvPr/>
        </p:nvSpPr>
        <p:spPr>
          <a:xfrm>
            <a:off x="6473952" y="2578608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370064" y="2523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&amp; Auth Failures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11320272" y="2578608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51" name="Text 49"/>
          <p:cNvSpPr/>
          <p:nvPr/>
        </p:nvSpPr>
        <p:spPr>
          <a:xfrm>
            <a:off x="7370064" y="2825496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· Secrets / Entropy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27648" y="3346704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73952" y="3511296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54" name="Text 52"/>
          <p:cNvSpPr/>
          <p:nvPr/>
        </p:nvSpPr>
        <p:spPr>
          <a:xfrm>
            <a:off x="6473952" y="3511296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370064" y="3456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Data Integrity Failures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11320272" y="3511296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7370064" y="3758184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 · Dependency · Interface / API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27648" y="4279392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73952" y="4443984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60" name="Text 58"/>
          <p:cNvSpPr/>
          <p:nvPr/>
        </p:nvSpPr>
        <p:spPr>
          <a:xfrm>
            <a:off x="6473952" y="4443984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370064" y="4389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 Failures</a:t>
            </a:r>
            <a:endParaRPr lang="en-US" sz="1450" dirty="0"/>
          </a:p>
        </p:txBody>
      </p:sp>
      <p:sp>
        <p:nvSpPr>
          <p:cNvPr id="62" name="Shape 60"/>
          <p:cNvSpPr/>
          <p:nvPr/>
        </p:nvSpPr>
        <p:spPr>
          <a:xfrm>
            <a:off x="11320272" y="4443984"/>
            <a:ext cx="146304" cy="146304"/>
          </a:xfrm>
          <a:prstGeom prst="ellipse">
            <a:avLst/>
          </a:prstGeom>
          <a:solidFill>
            <a:srgbClr val="B5650D"/>
          </a:solidFill>
          <a:ln/>
        </p:spPr>
      </p:sp>
      <p:sp>
        <p:nvSpPr>
          <p:cNvPr id="63" name="Text 61"/>
          <p:cNvSpPr/>
          <p:nvPr/>
        </p:nvSpPr>
        <p:spPr>
          <a:xfrm>
            <a:off x="7370064" y="4690872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327648" y="5212080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73952" y="5376672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66" name="Text 64"/>
          <p:cNvSpPr/>
          <p:nvPr/>
        </p:nvSpPr>
        <p:spPr>
          <a:xfrm>
            <a:off x="6473952" y="5376672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7370064" y="53218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Request Forgery (SSRF)</a:t>
            </a:r>
            <a:endParaRPr lang="en-US" sz="1450" dirty="0"/>
          </a:p>
        </p:txBody>
      </p:sp>
      <p:sp>
        <p:nvSpPr>
          <p:cNvPr id="68" name="Shape 66"/>
          <p:cNvSpPr/>
          <p:nvPr/>
        </p:nvSpPr>
        <p:spPr>
          <a:xfrm>
            <a:off x="11320272" y="5376672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69" name="Text 67"/>
          <p:cNvSpPr/>
          <p:nvPr/>
        </p:nvSpPr>
        <p:spPr>
          <a:xfrm>
            <a:off x="7370064" y="5623560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· Security Review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Data Protection &amp; Governance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policy controls enforced alongside the security suite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73936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739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 / payment data handled or logged without protection.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68096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  ·   HOLD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34256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73936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739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3712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53712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personal data — unencrypted PII storage or transmission.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553712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  ·   HOLD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9872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773936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7739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9328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39328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(SG / MY) personal-data protection for PII handling.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8339328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  ·   HOLD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402336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License Compliance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8096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Copyleft (GPL / LGPL / AGPL / MPL) vs permissive (MIT / Apache / BSD); SPDX ids. Copyleft introduction blocks.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68096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Compliance   ·   BLOCK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34256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402336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53712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/ Migration Safety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53712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&amp; irreversible DB changes — Flyway / Liquibase / .sql.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4553712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   ·   BLOCK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19872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9328" y="402336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328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39328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339328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gate (BLOCK / HOLD), role-based access, full audit log, ELK usage telemetry.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8339328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Policy · RBAC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Data-protection breaches hold the gate; copyleft and destructive migrations block it — every decision is logged and auditable.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Safety Controls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the framework safe to trust in a regulated, air-gapped bank network — the LLM advises, the rules decide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73936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739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 override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 force BLOCK/HOLD regardless of the model — secrets, known CVEs, confirmed-critical &amp; taint can't be approved away. Policy only raises the gate, never lowers it.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68096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governance/gate_policy.py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34256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73936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739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3712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LLM degradation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53712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regex SAST fallback if the model is down; JSON &amp; reasoning-model recovery so agents never silently fail; retries with back-off, per-agent token budgets, bounded concurrency.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553712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base_agent · llm_client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9872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773936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7739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9328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judge validation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39328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panel of independent LLM judges scores every agent's output against a fixed rubric — completeness, precision, severity accuracy, specificity — and flags consensus-missed critical gaps.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8339328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evaluation/judge.py · panel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402336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audit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8096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only reviewers override the gate or post to a PR. Every decision &amp; override logged; super-admin-gated settings; ELK usage telemetry.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68096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governance/rbac.py · audit log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34256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402336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53712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supply-chain hygiene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53712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stay server-side (Bearer header, never in the URL). Secrets / CVEs / copyleft block the gate. Corporate-CA TLS to OSV &amp; Artifactory; no external CDNs (fully air-gapped).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4553712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env keys · CA bundle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19872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9328" y="402336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B5650D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328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39328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/ directory integration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339328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authenticate users against the corporate LDAP / Active Directory and map AD groups to roles, so access follows the bank's existing identity governance.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8339328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56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enterprise SSO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 </a:t>
            </a:r>
            <a:pPr indent="0" marL="0">
              <a:buNone/>
            </a:pPr>
            <a:r>
              <a:rPr lang="en-US" sz="1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proposes, rule-based controls dispose — no single LLM call can approve a PR that carries a secret, a known CVE, or a confirmed critical defect.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2026-06-24T03:34:22Z</dcterms:created>
  <dcterms:modified xsi:type="dcterms:W3CDTF">2026-06-24T03:34:22Z</dcterms:modified>
</cp:coreProperties>
</file>